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AI Chat for Air-Gapped Environments</dc:title>
  <dc:subject>A VS Code extension that routes AI chat through your Azure AI Foundry endpoint.
No GitHub auth. No public endpoints. Full tenant control.
</dc:subject>
  <dc:creator/>
  <cp:lastModifiedBy/>
  <cp:revision>1</cp:revision>
  <dcterms:created xsi:type="dcterms:W3CDTF">2026-03-07T19:39:53Z</dcterms:created>
  <dcterms:modified xsi:type="dcterms:W3CDTF">2026-03-07T19:39:53Z</dcterms:modified>
</cp:coreProperties>
</file>